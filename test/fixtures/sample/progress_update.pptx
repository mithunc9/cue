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myself and the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beam hardening as the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 set up the TD-309.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about element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microCT Pipeline Progress (FAKE)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Mithun · SCALE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DICOM loading → segmentation → per-slice CSV → registration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Per-slice Otsu after Gaussian smoothing</a:t>
            </a:r>
          </a:p>
          <a:p>
            <a:r>
              <a:t>Dice 0.91 vs manual tracing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Compression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TD-309 at 0/10/20% strain</a:t>
            </a:r>
          </a:p>
          <a:p>
            <a:r>
              <a:t>Rigid ICP registration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Abaqus FEM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Tetrahedral mesh export</a:t>
            </a:r>
          </a:p>
          <a:p>
            <a:r>
              <a:t>Material properties from intensity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